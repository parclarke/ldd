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The 51% figure is the honest counterweight to the 100% - be upfront about it, then immediately qualify it: those 41 steps are named and located, so they are a confirmation exercise, not a discovery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49/49</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~51%</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confirmation</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because Pega does not expose it. But every one of those steps is recovered by name and position, so the residual business conversation is confirmation rather than discovery.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1">
                          <a:solidFill>
                            <a:srgbClr val="1A1A1A"/>
                          </a:solidFill>
                          <a:latin typeface="Segoe UI"/>
                        </a:rPr>
                        <a:t>All auto-generated - nothing to port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(49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Subject and body recovered 27/27 -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nothing to port</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not business reports</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- 49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c>
                  <a:txBody>
                    <a:bodyPr wrap="square"/>
                    <a:lstStyle/>
                    <a:p>
                      <a:r>
                        <a:rPr sz="1150" b="0">
                          <a:solidFill>
                            <a:srgbClr val="3C3C3C"/>
                          </a:solidFill>
                          <a:latin typeface="Segoe UI"/>
                        </a:rPr>
                        <a:t>All 30 report definitions are auto-generated scaffolding - nothing to port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Wording recovered; wire send + recipients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79 - 123</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49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49/49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